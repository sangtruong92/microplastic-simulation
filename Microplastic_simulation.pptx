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4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B736-58C2-4BC8-2FA5-D09B4BC61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0ADD7-6FD0-62D9-FEAF-5F3037135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E19BA-B45A-1A3F-3AA1-0FC40B04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0D74-7D5F-2D17-5720-2B7E9895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B1055-BF87-4B8A-3E8C-61B95E09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0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6A8D8-7144-6D80-96D3-335C6B878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2A8B-0647-FB0D-CB3F-3CF3D8694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64175-C1B3-F3EB-055B-3A7B698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1819-E3CA-D716-7E0F-0A0E0E90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71A05-AE8B-32BF-14FC-BFC0B508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3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6A9F-1A1C-4D29-15EC-A85134865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E7884-2743-E6EA-4650-A1180C0C7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45018-E99C-EA59-8956-56D18856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4784-0CDC-9509-6409-837DD44E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BA9A7-7832-0103-02D2-B5BC0865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0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C914-5A44-C581-7605-5C0EDE8D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F0DA6-97A4-F64E-EE51-7462E200F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DFBBD-E337-2AF6-EF16-A549EBF79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83C91-EEA0-6794-8740-48BE82F4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0B005-3B3B-FF40-7575-F65DCCD3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2B778-41BB-3315-E2C4-24382B4B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1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6D89-966F-3F50-21FE-AED57B88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BF140-6DEC-D424-8151-31CA80129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6B860-A363-8FCF-40B5-D1204AFC9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BE0C9-5D30-54E9-C2F5-71BD61325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5EB0A9-EB03-1445-0733-1EE70691D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3BDF6-5CF0-CF5D-8DAC-7913135A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51F43-1162-EE1B-9AC9-6CDD1E142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E5B53-74CE-14B8-BC9E-0C214380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5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2E82-E884-840D-2FC2-A662721AA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4DB60F-7E0D-5913-7BF9-EAB9177BF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45630-C2FC-A8C9-FC3A-B806AE0D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BB2AA-DE1A-AA52-6EE7-A7F9C7895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56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842D9F-DFAA-AC2C-9543-6CF40D04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79E98-79BB-6F4E-8D3B-5E440EB7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25202-D788-C94A-CB0D-4AEDC943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53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8E31-B8AC-5F01-F5DF-02A1C6A0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7A053-389B-E343-F3CF-59A85AD75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13CFB-F267-E309-A6C7-898657A98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8434D-A0E8-39BD-6102-418BBB1C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A6227-716F-BAA1-A6A4-E163B6131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6BD5B-42AE-25FE-599D-67C5C8B0D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92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FDD74-3F57-B0E7-AD38-A2FCE61FB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7924F-ABAD-A349-4D10-BEB619CDD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BF49A-033E-6654-86A5-C71947595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25D51-E190-2017-10CA-A046F83F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C1924-12E7-9DFB-58F7-645A05E44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F5087-26DA-8A11-BE69-47BBDF38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6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A1BE-38AF-FE98-3BC4-FF4E6F90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CAA68-D4DA-9FBB-AD9F-51DF7BB39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66963-A690-E675-20B6-C92A8B15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45D37-C445-129E-D80E-950EC1D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17F32-8FC4-A63D-5ED8-02A1120C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8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1CF5F-5A88-0AB8-DCA6-9E3BF76E8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5E70D-B5AD-C29F-8B46-51C91B5FE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953B2-6DD1-9349-70B5-05499B95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B9143-5C3B-91E3-3B46-32989071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42F67-D6EF-E52F-6F3F-20A186C8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7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90171-EB6E-A58B-1431-C5F247D99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49059-DB0E-5082-BAE2-AC6CAA3A7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6EF2F-27AC-1B36-6AE8-D99202A81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2C203-2B1A-4DDF-9797-C4F18BF2156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87C22-0F73-1120-D7D7-D544B8A48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C478F-B699-52F6-EED0-18CA0C78C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98945-8405-413B-9A4A-5F15A2331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1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10B06-4E68-8D99-3A43-59EFD92711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DE2CF-1232-B7A2-898D-D6A74043F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2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amera&#10;&#10;AI-generated content may be incorrect.">
            <a:extLst>
              <a:ext uri="{FF2B5EF4-FFF2-40B4-BE49-F238E27FC236}">
                <a16:creationId xmlns:a16="http://schemas.microsoft.com/office/drawing/2014/main" id="{CF99B147-7CA3-C02C-229B-0E6370E0D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682" y="1003444"/>
            <a:ext cx="8417799" cy="561186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D3EEB7-2DC5-B171-7ED7-ACE8E885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365124"/>
            <a:ext cx="3124201" cy="1325563"/>
          </a:xfrm>
        </p:spPr>
        <p:txBody>
          <a:bodyPr/>
          <a:lstStyle/>
          <a:p>
            <a:r>
              <a:rPr lang="en-US"/>
              <a:t>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60209-3FAE-C9A1-77C7-E50F53A01795}"/>
              </a:ext>
            </a:extLst>
          </p:cNvPr>
          <p:cNvSpPr txBox="1"/>
          <p:nvPr/>
        </p:nvSpPr>
        <p:spPr>
          <a:xfrm>
            <a:off x="61368" y="2350438"/>
            <a:ext cx="3179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0">
                <a:effectLst/>
                <a:latin typeface="SegoeuiPc"/>
              </a:rPr>
              <a:t>+ 2.1/2.8/3.6/6/8/12mm lens</a:t>
            </a:r>
          </a:p>
          <a:p>
            <a:pPr algn="l"/>
            <a:r>
              <a:rPr lang="en-US" i="0">
                <a:effectLst/>
                <a:latin typeface="SegoeuiPc"/>
              </a:rPr>
              <a:t>+ </a:t>
            </a:r>
            <a:r>
              <a:rPr lang="vi-VN" i="0">
                <a:effectLst/>
                <a:latin typeface="SegoeuiPc"/>
              </a:rPr>
              <a:t>1/2.5" là kích thước cái lens</a:t>
            </a:r>
            <a:endParaRPr lang="en-US" i="0">
              <a:effectLst/>
              <a:latin typeface="SegoeuiPc"/>
            </a:endParaRPr>
          </a:p>
        </p:txBody>
      </p:sp>
    </p:spTree>
    <p:extLst>
      <p:ext uri="{BB962C8B-B14F-4D97-AF65-F5344CB8AC3E}">
        <p14:creationId xmlns:p14="http://schemas.microsoft.com/office/powerpoint/2010/main" val="15249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56AC-2BEE-E854-1ADB-633128AF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Focal plane</a:t>
            </a:r>
          </a:p>
        </p:txBody>
      </p:sp>
      <p:pic>
        <p:nvPicPr>
          <p:cNvPr id="5" name="Picture 4" descr="A diagram of a plane&#10;&#10;AI-generated content may be incorrect.">
            <a:extLst>
              <a:ext uri="{FF2B5EF4-FFF2-40B4-BE49-F238E27FC236}">
                <a16:creationId xmlns:a16="http://schemas.microsoft.com/office/drawing/2014/main" id="{61A35E9F-B7DE-D0C7-76C0-AA00DD549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72" y="2007577"/>
            <a:ext cx="7413656" cy="42771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3C324D-5E41-4176-A7BD-CBC5971208F8}"/>
              </a:ext>
            </a:extLst>
          </p:cNvPr>
          <p:cNvSpPr txBox="1"/>
          <p:nvPr/>
        </p:nvSpPr>
        <p:spPr>
          <a:xfrm>
            <a:off x="391040" y="1295135"/>
            <a:ext cx="762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https://www.rp-photonics.com/focal_points_and_focal_planes.html</a:t>
            </a:r>
          </a:p>
        </p:txBody>
      </p:sp>
    </p:spTree>
    <p:extLst>
      <p:ext uri="{BB962C8B-B14F-4D97-AF65-F5344CB8AC3E}">
        <p14:creationId xmlns:p14="http://schemas.microsoft.com/office/powerpoint/2010/main" val="2080810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5D16-D201-AE4E-6059-BE4781C3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C7857-AF96-3C43-B04E-63457C74C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96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64D3-3DF4-37E8-316E-41FF4A3C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AB792-C616-EE66-C379-F1F27DF85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28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0F122-2C57-D1DD-A7E1-EF82F2CA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877C6-95CE-2D61-D1AE-61052D9EE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50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33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SegoeuiPc</vt:lpstr>
      <vt:lpstr>Office Theme</vt:lpstr>
      <vt:lpstr>PowerPoint Presentation</vt:lpstr>
      <vt:lpstr>Simulation</vt:lpstr>
      <vt:lpstr>Focal plane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truong sang</dc:creator>
  <cp:lastModifiedBy>truong sang</cp:lastModifiedBy>
  <cp:revision>4</cp:revision>
  <dcterms:created xsi:type="dcterms:W3CDTF">2026-04-17T04:10:34Z</dcterms:created>
  <dcterms:modified xsi:type="dcterms:W3CDTF">2026-04-17T06:51:01Z</dcterms:modified>
</cp:coreProperties>
</file>